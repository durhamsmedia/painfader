
<file path=[Content_Types].xml><?xml version="1.0" encoding="utf-8"?>
<Types xmlns="http://schemas.openxmlformats.org/package/2006/content-types">
  <Default Extension="bmp" ContentType="image/bmp"/>
  <Default Extension="gif" ContentType="image/gif"/>
  <Default Extension="jpeg" ContentType="image/jpg"/>
  <Default Extension="mov" ContentType="application/movie"/>
  <Default Extension="pdf" ContentType="application/pdf"/>
  <Default Extension="png" ContentType="image/png"/>
  <Default Extension="rels" ContentType="application/vnd.openxmlformats-package.relationships+xml"/>
  <Default Extension="tif" ContentType="image/tif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3" Type="http://schemas.openxmlformats.org/officeDocument/2006/relationships/commentAuthors" Target="commentAuthors.xml"/><Relationship Id="rId7" Type="http://schemas.openxmlformats.org/officeDocument/2006/relationships/notesMaster" Target="notesMasters/notesMaster1.xml"/><Relationship Id="rId2" Type="http://schemas.openxmlformats.org/officeDocument/2006/relationships/viewProps" Target="viewProps.xml"/><Relationship Id="rId1" Type="http://schemas.openxmlformats.org/officeDocument/2006/relationships/presProps" Target="presProps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slideMaster" Target="slideMasters/slideMaster1.xml"/><Relationship Id="rId10" Type="http://schemas.openxmlformats.org/officeDocument/2006/relationships/customXml" Target="../customXml/item2.xml"/><Relationship Id="rId4" Type="http://schemas.openxmlformats.org/officeDocument/2006/relationships/tableStyles" Target="tableStyles.xml"/><Relationship Id="rId9" Type="http://schemas.openxmlformats.org/officeDocument/2006/relationships/customXml" Target="../customXml/item1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platzhalt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platzhalt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Bildplatzhalt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el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Untertitel 2"/>
          <p:cNvSpPr txBox="1"/>
          <p:nvPr>
            <p:ph type="subTitle" sz="quarter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96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54601"/>
            <a:ext cx="12192000" cy="6148798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feld 7"/>
          <p:cNvSpPr txBox="1"/>
          <p:nvPr/>
        </p:nvSpPr>
        <p:spPr>
          <a:xfrm>
            <a:off x="6338365" y="1465006"/>
            <a:ext cx="1173105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100"/>
            </a:pPr>
            <a:r>
              <a:t>Weißes Lauflicht,</a:t>
            </a:r>
          </a:p>
          <a:p>
            <a:pPr>
              <a:defRPr sz="1100"/>
            </a:pPr>
            <a:r>
              <a:t> Balken etc</a:t>
            </a:r>
          </a:p>
        </p:txBody>
      </p:sp>
      <p:sp>
        <p:nvSpPr>
          <p:cNvPr id="98" name="Textfeld 8"/>
          <p:cNvSpPr txBox="1"/>
          <p:nvPr/>
        </p:nvSpPr>
        <p:spPr>
          <a:xfrm>
            <a:off x="4067114" y="1465006"/>
            <a:ext cx="6476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100"/>
            </a:pPr>
            <a:r>
              <a:t>Weißer </a:t>
            </a:r>
          </a:p>
          <a:p>
            <a:pPr>
              <a:defRPr sz="1100"/>
            </a:pPr>
            <a:r>
              <a:t>Kreislauf</a:t>
            </a:r>
          </a:p>
        </p:txBody>
      </p:sp>
      <p:sp>
        <p:nvSpPr>
          <p:cNvPr id="99" name="Textfeld 9"/>
          <p:cNvSpPr txBox="1"/>
          <p:nvPr/>
        </p:nvSpPr>
        <p:spPr>
          <a:xfrm>
            <a:off x="4067114" y="150237"/>
            <a:ext cx="93013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900"/>
            </a:pPr>
            <a:r>
              <a:t>In der Haube rot</a:t>
            </a:r>
          </a:p>
          <a:p>
            <a:pPr>
              <a:defRPr sz="900"/>
            </a:pPr>
            <a:r>
              <a:t>hinten</a:t>
            </a:r>
          </a:p>
        </p:txBody>
      </p:sp>
      <p:sp>
        <p:nvSpPr>
          <p:cNvPr id="100" name="Textfeld 10"/>
          <p:cNvSpPr txBox="1"/>
          <p:nvPr/>
        </p:nvSpPr>
        <p:spPr>
          <a:xfrm>
            <a:off x="5286314" y="152732"/>
            <a:ext cx="101284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900"/>
            </a:pPr>
            <a:r>
              <a:t>In der Haube blau</a:t>
            </a:r>
          </a:p>
          <a:p>
            <a:pPr>
              <a:defRPr sz="900"/>
            </a:pPr>
            <a:r>
              <a:t>vorn</a:t>
            </a:r>
          </a:p>
        </p:txBody>
      </p:sp>
      <p:sp>
        <p:nvSpPr>
          <p:cNvPr id="101" name="Textfeld 11"/>
          <p:cNvSpPr txBox="1"/>
          <p:nvPr/>
        </p:nvSpPr>
        <p:spPr>
          <a:xfrm>
            <a:off x="5267655" y="450593"/>
            <a:ext cx="860318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/>
            </a:lvl1pPr>
          </a:lstStyle>
          <a:p>
            <a:pPr/>
            <a:r>
              <a:t>R57 G56 B244</a:t>
            </a:r>
          </a:p>
        </p:txBody>
      </p:sp>
      <p:sp>
        <p:nvSpPr>
          <p:cNvPr id="102" name="Textfeld 12"/>
          <p:cNvSpPr txBox="1"/>
          <p:nvPr/>
        </p:nvSpPr>
        <p:spPr>
          <a:xfrm>
            <a:off x="4073364" y="450593"/>
            <a:ext cx="923887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/>
            </a:lvl1pPr>
          </a:lstStyle>
          <a:p>
            <a:pPr/>
            <a:r>
              <a:t>R235 G104 B61</a:t>
            </a:r>
          </a:p>
        </p:txBody>
      </p:sp>
      <p:sp>
        <p:nvSpPr>
          <p:cNvPr id="103" name="Textfeld 13"/>
          <p:cNvSpPr txBox="1"/>
          <p:nvPr/>
        </p:nvSpPr>
        <p:spPr>
          <a:xfrm>
            <a:off x="4067114" y="2049703"/>
            <a:ext cx="96607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FF0000"/>
                </a:solidFill>
              </a:defRPr>
            </a:lvl1pPr>
          </a:lstStyle>
          <a:p>
            <a:pPr/>
            <a:r>
              <a:t>Pulsierend rot</a:t>
            </a:r>
          </a:p>
        </p:txBody>
      </p:sp>
      <p:sp>
        <p:nvSpPr>
          <p:cNvPr id="104" name="Textfeld 14"/>
          <p:cNvSpPr txBox="1"/>
          <p:nvPr/>
        </p:nvSpPr>
        <p:spPr>
          <a:xfrm>
            <a:off x="6338365" y="2049703"/>
            <a:ext cx="1083516" cy="597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laufend rot, Freq passend zur Haube</a:t>
            </a: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100% Intensität</a:t>
            </a:r>
          </a:p>
        </p:txBody>
      </p:sp>
      <p:sp>
        <p:nvSpPr>
          <p:cNvPr id="105" name="Textfeld 15"/>
          <p:cNvSpPr txBox="1"/>
          <p:nvPr/>
        </p:nvSpPr>
        <p:spPr>
          <a:xfrm>
            <a:off x="1262222" y="2049703"/>
            <a:ext cx="57781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100"/>
            </a:pPr>
            <a:r>
              <a:t>100%</a:t>
            </a:r>
          </a:p>
          <a:p>
            <a:pPr>
              <a:defRPr sz="1100"/>
            </a:pPr>
            <a:r>
              <a:t>intensiv</a:t>
            </a:r>
          </a:p>
        </p:txBody>
      </p:sp>
      <p:sp>
        <p:nvSpPr>
          <p:cNvPr id="106" name="Textfeld 16"/>
          <p:cNvSpPr txBox="1"/>
          <p:nvPr/>
        </p:nvSpPr>
        <p:spPr>
          <a:xfrm>
            <a:off x="4067114" y="2669919"/>
            <a:ext cx="96607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FF0000"/>
                </a:solidFill>
              </a:defRPr>
            </a:lvl1pPr>
          </a:lstStyle>
          <a:p>
            <a:pPr/>
            <a:r>
              <a:t>Pulsierend rot</a:t>
            </a:r>
          </a:p>
        </p:txBody>
      </p:sp>
      <p:sp>
        <p:nvSpPr>
          <p:cNvPr id="107" name="Textfeld 17"/>
          <p:cNvSpPr txBox="1"/>
          <p:nvPr/>
        </p:nvSpPr>
        <p:spPr>
          <a:xfrm>
            <a:off x="4067114" y="3269482"/>
            <a:ext cx="96607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FF0000"/>
                </a:solidFill>
              </a:defRPr>
            </a:lvl1pPr>
          </a:lstStyle>
          <a:p>
            <a:pPr/>
            <a:r>
              <a:t>Pulsierend rot</a:t>
            </a:r>
          </a:p>
        </p:txBody>
      </p:sp>
      <p:sp>
        <p:nvSpPr>
          <p:cNvPr id="108" name="Textfeld 18"/>
          <p:cNvSpPr txBox="1"/>
          <p:nvPr/>
        </p:nvSpPr>
        <p:spPr>
          <a:xfrm>
            <a:off x="4067114" y="3889697"/>
            <a:ext cx="96607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FF0000"/>
                </a:solidFill>
              </a:defRPr>
            </a:lvl1pPr>
          </a:lstStyle>
          <a:p>
            <a:pPr/>
            <a:r>
              <a:t>Pulsierend rot</a:t>
            </a:r>
          </a:p>
        </p:txBody>
      </p:sp>
      <p:sp>
        <p:nvSpPr>
          <p:cNvPr id="109" name="Textfeld 19"/>
          <p:cNvSpPr txBox="1"/>
          <p:nvPr/>
        </p:nvSpPr>
        <p:spPr>
          <a:xfrm>
            <a:off x="4067114" y="4641972"/>
            <a:ext cx="96607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FF0000"/>
                </a:solidFill>
              </a:defRPr>
            </a:lvl1pPr>
          </a:lstStyle>
          <a:p>
            <a:pPr/>
            <a:r>
              <a:t>Pulsierend rot</a:t>
            </a:r>
          </a:p>
        </p:txBody>
      </p:sp>
      <p:sp>
        <p:nvSpPr>
          <p:cNvPr id="110" name="Textfeld 20"/>
          <p:cNvSpPr txBox="1"/>
          <p:nvPr/>
        </p:nvSpPr>
        <p:spPr>
          <a:xfrm>
            <a:off x="4067114" y="5262188"/>
            <a:ext cx="96607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FF0000"/>
                </a:solidFill>
              </a:defRPr>
            </a:lvl1pPr>
          </a:lstStyle>
          <a:p>
            <a:pPr/>
            <a:r>
              <a:t>Pulsierend rot</a:t>
            </a:r>
          </a:p>
        </p:txBody>
      </p:sp>
      <p:sp>
        <p:nvSpPr>
          <p:cNvPr id="111" name="Textfeld 21"/>
          <p:cNvSpPr txBox="1"/>
          <p:nvPr/>
        </p:nvSpPr>
        <p:spPr>
          <a:xfrm>
            <a:off x="4067114" y="5882090"/>
            <a:ext cx="96607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FF0000"/>
                </a:solidFill>
              </a:defRPr>
            </a:lvl1pPr>
          </a:lstStyle>
          <a:p>
            <a:pPr/>
            <a:r>
              <a:t>Pulsierend rot</a:t>
            </a:r>
          </a:p>
        </p:txBody>
      </p:sp>
      <p:sp>
        <p:nvSpPr>
          <p:cNvPr id="112" name="Textfeld 22"/>
          <p:cNvSpPr txBox="1"/>
          <p:nvPr/>
        </p:nvSpPr>
        <p:spPr>
          <a:xfrm>
            <a:off x="6413705" y="219407"/>
            <a:ext cx="69489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/>
            </a:lvl1pPr>
          </a:lstStyle>
          <a:p>
            <a:pPr/>
            <a:r>
              <a:t>Im Tisch rot</a:t>
            </a:r>
          </a:p>
        </p:txBody>
      </p:sp>
      <p:sp>
        <p:nvSpPr>
          <p:cNvPr id="113" name="Textfeld 23"/>
          <p:cNvSpPr txBox="1"/>
          <p:nvPr/>
        </p:nvSpPr>
        <p:spPr>
          <a:xfrm>
            <a:off x="6396056" y="450593"/>
            <a:ext cx="923887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/>
            </a:lvl1pPr>
          </a:lstStyle>
          <a:p>
            <a:pPr/>
            <a:r>
              <a:t>R235 G104 B61</a:t>
            </a:r>
          </a:p>
        </p:txBody>
      </p:sp>
      <p:sp>
        <p:nvSpPr>
          <p:cNvPr id="114" name="Textfeld 24"/>
          <p:cNvSpPr txBox="1"/>
          <p:nvPr/>
        </p:nvSpPr>
        <p:spPr>
          <a:xfrm>
            <a:off x="6338365" y="2651118"/>
            <a:ext cx="1083516" cy="597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laufend rot, Freq passend zur Haube</a:t>
            </a: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100% Intensität</a:t>
            </a:r>
          </a:p>
        </p:txBody>
      </p:sp>
      <p:sp>
        <p:nvSpPr>
          <p:cNvPr id="115" name="Textfeld 25"/>
          <p:cNvSpPr txBox="1"/>
          <p:nvPr/>
        </p:nvSpPr>
        <p:spPr>
          <a:xfrm>
            <a:off x="6141720" y="3242209"/>
            <a:ext cx="1432560" cy="851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laufend rot, Freq passend zur Haube 100% </a:t>
            </a: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Intensität bis zum Schild, danach weniger Freq &amp; INtens</a:t>
            </a:r>
          </a:p>
        </p:txBody>
      </p:sp>
      <p:sp>
        <p:nvSpPr>
          <p:cNvPr id="116" name="Textfeld 26"/>
          <p:cNvSpPr txBox="1"/>
          <p:nvPr/>
        </p:nvSpPr>
        <p:spPr>
          <a:xfrm>
            <a:off x="6406058" y="5257800"/>
            <a:ext cx="1083516" cy="597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laufend rot, Freq 60-70% zur Haube</a:t>
            </a: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60-70% Intensität</a:t>
            </a:r>
          </a:p>
        </p:txBody>
      </p:sp>
      <p:sp>
        <p:nvSpPr>
          <p:cNvPr id="117" name="Textfeld 27"/>
          <p:cNvSpPr txBox="1"/>
          <p:nvPr/>
        </p:nvSpPr>
        <p:spPr>
          <a:xfrm>
            <a:off x="9860355" y="219407"/>
            <a:ext cx="790276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/>
            </a:lvl1pPr>
          </a:lstStyle>
          <a:p>
            <a:pPr/>
            <a:r>
              <a:t>Im Tisch Blau</a:t>
            </a:r>
          </a:p>
        </p:txBody>
      </p:sp>
      <p:sp>
        <p:nvSpPr>
          <p:cNvPr id="118" name="Textfeld 28"/>
          <p:cNvSpPr txBox="1"/>
          <p:nvPr/>
        </p:nvSpPr>
        <p:spPr>
          <a:xfrm>
            <a:off x="9825334" y="476872"/>
            <a:ext cx="860318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/>
            </a:lvl1pPr>
          </a:lstStyle>
          <a:p>
            <a:pPr/>
            <a:r>
              <a:t>R57 G56 B244</a:t>
            </a:r>
          </a:p>
        </p:txBody>
      </p:sp>
      <p:sp>
        <p:nvSpPr>
          <p:cNvPr id="119" name="Textfeld 29"/>
          <p:cNvSpPr txBox="1"/>
          <p:nvPr/>
        </p:nvSpPr>
        <p:spPr>
          <a:xfrm>
            <a:off x="10896875" y="219407"/>
            <a:ext cx="83459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/>
            </a:lvl1pPr>
          </a:lstStyle>
          <a:p>
            <a:pPr/>
            <a:r>
              <a:t>Im Tisch türkis</a:t>
            </a:r>
          </a:p>
        </p:txBody>
      </p:sp>
      <p:sp>
        <p:nvSpPr>
          <p:cNvPr id="120" name="Textfeld 30"/>
          <p:cNvSpPr txBox="1"/>
          <p:nvPr/>
        </p:nvSpPr>
        <p:spPr>
          <a:xfrm>
            <a:off x="10933327" y="476872"/>
            <a:ext cx="98745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/>
            </a:lvl1pPr>
          </a:lstStyle>
          <a:p>
            <a:pPr/>
            <a:r>
              <a:t>R193 G251 B235</a:t>
            </a:r>
          </a:p>
        </p:txBody>
      </p:sp>
      <p:sp>
        <p:nvSpPr>
          <p:cNvPr id="121" name="Textfeld 31"/>
          <p:cNvSpPr txBox="1"/>
          <p:nvPr/>
        </p:nvSpPr>
        <p:spPr>
          <a:xfrm>
            <a:off x="6338365" y="5840695"/>
            <a:ext cx="1083516" cy="597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laufend rot, Freq passend zur Haube</a:t>
            </a: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100% Intensität</a:t>
            </a:r>
          </a:p>
        </p:txBody>
      </p:sp>
      <p:sp>
        <p:nvSpPr>
          <p:cNvPr id="122" name="Textfeld 32"/>
          <p:cNvSpPr txBox="1"/>
          <p:nvPr/>
        </p:nvSpPr>
        <p:spPr>
          <a:xfrm>
            <a:off x="5164228" y="4641972"/>
            <a:ext cx="1234807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900">
                <a:solidFill>
                  <a:srgbClr val="FF0000"/>
                </a:solidFill>
              </a:defRPr>
            </a:pPr>
            <a:r>
              <a:t>Pulsierend / Glimmern</a:t>
            </a:r>
            <a:br/>
            <a:r>
              <a:t>blau </a:t>
            </a:r>
            <a:br/>
            <a:r>
              <a:t>(Effekt anders als rot)</a:t>
            </a:r>
          </a:p>
        </p:txBody>
      </p:sp>
      <p:sp>
        <p:nvSpPr>
          <p:cNvPr id="123" name="Textfeld 33"/>
          <p:cNvSpPr txBox="1"/>
          <p:nvPr/>
        </p:nvSpPr>
        <p:spPr>
          <a:xfrm>
            <a:off x="5164228" y="5266516"/>
            <a:ext cx="1234807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900">
                <a:solidFill>
                  <a:srgbClr val="FF0000"/>
                </a:solidFill>
              </a:defRPr>
            </a:pPr>
            <a:r>
              <a:t>Pulsierend / Glimmern</a:t>
            </a:r>
            <a:br/>
            <a:r>
              <a:t>blau </a:t>
            </a:r>
            <a:br/>
            <a:r>
              <a:t>(Effekt anders als rot)</a:t>
            </a:r>
          </a:p>
        </p:txBody>
      </p:sp>
      <p:sp>
        <p:nvSpPr>
          <p:cNvPr id="124" name="Textfeld 34"/>
          <p:cNvSpPr txBox="1"/>
          <p:nvPr/>
        </p:nvSpPr>
        <p:spPr>
          <a:xfrm>
            <a:off x="9866024" y="5192958"/>
            <a:ext cx="864441" cy="724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Lauflicht blau zur Haube</a:t>
            </a: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Verzögerter Start der Matrix</a:t>
            </a:r>
          </a:p>
        </p:txBody>
      </p:sp>
      <p:sp>
        <p:nvSpPr>
          <p:cNvPr id="125" name="Textfeld 35"/>
          <p:cNvSpPr txBox="1"/>
          <p:nvPr/>
        </p:nvSpPr>
        <p:spPr>
          <a:xfrm>
            <a:off x="10994833" y="3206641"/>
            <a:ext cx="864441" cy="724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Lauflicht türkis zur Haube</a:t>
            </a: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</a:p>
          <a:p>
            <a:pPr>
              <a:lnSpc>
                <a:spcPts val="1000"/>
              </a:lnSpc>
              <a:defRPr sz="800">
                <a:solidFill>
                  <a:srgbClr val="FF0000"/>
                </a:solidFill>
              </a:defRPr>
            </a:pPr>
            <a:r>
              <a:t>Verzögerter Stop der Matrix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6044815A96D904188FEAEE1D4C3B6BB" ma:contentTypeVersion="10" ma:contentTypeDescription="Ein neues Dokument erstellen." ma:contentTypeScope="" ma:versionID="1aff69a4c4f3c138b3f96f29102ae0cd">
  <xsd:schema xmlns:xsd="http://www.w3.org/2001/XMLSchema" xmlns:xs="http://www.w3.org/2001/XMLSchema" xmlns:p="http://schemas.microsoft.com/office/2006/metadata/properties" xmlns:ns2="bc2fdf50-0be6-44ee-b063-ba393d6c2fae" xmlns:ns3="52ba2c77-9c6e-414f-b46e-9f1b388cb287" targetNamespace="http://schemas.microsoft.com/office/2006/metadata/properties" ma:root="true" ma:fieldsID="31d44988ca3ce6afbf5841e9464a41fc" ns2:_="" ns3:_="">
    <xsd:import namespace="bc2fdf50-0be6-44ee-b063-ba393d6c2fae"/>
    <xsd:import namespace="52ba2c77-9c6e-414f-b46e-9f1b388cb2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fdf50-0be6-44ee-b063-ba393d6c2f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44b6abee-e3f8-46d6-b214-f66be307e8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ba2c77-9c6e-414f-b46e-9f1b388cb28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8729813-7d45-41e9-b0ca-90d6db2295fb}" ma:internalName="TaxCatchAll" ma:showField="CatchAllData" ma:web="52ba2c77-9c6e-414f-b46e-9f1b388cb2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ba2c77-9c6e-414f-b46e-9f1b388cb287" xsi:nil="true"/>
    <lcf76f155ced4ddcb4097134ff3c332f xmlns="bc2fdf50-0be6-44ee-b063-ba393d6c2fa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7206D20-DD01-4EA9-974D-CC4E8C6F61C9}"/>
</file>

<file path=customXml/itemProps2.xml><?xml version="1.0" encoding="utf-8"?>
<ds:datastoreItem xmlns:ds="http://schemas.openxmlformats.org/officeDocument/2006/customXml" ds:itemID="{7930A997-D006-42A5-99F5-153DF19CBB69}"/>
</file>

<file path=customXml/itemProps3.xml><?xml version="1.0" encoding="utf-8"?>
<ds:datastoreItem xmlns:ds="http://schemas.openxmlformats.org/officeDocument/2006/customXml" ds:itemID="{03085DDE-D82D-4C36-AC2E-B5EC3B07D8A9}"/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0x010100C6044815A96D904188FEAEE1D4C3B6BB</vt:lpwstr>
  </property>
</Properties>
</file>